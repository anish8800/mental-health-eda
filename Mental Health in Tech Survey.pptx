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6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68" r:id="rId19"/>
    <p:sldId id="269" r:id="rId20"/>
    <p:sldId id="270" r:id="rId21"/>
    <p:sldId id="272" r:id="rId22"/>
    <p:sldId id="273" r:id="rId23"/>
    <p:sldId id="274" r:id="rId24"/>
    <p:sldId id="275" r:id="rId25"/>
    <p:sldId id="276" r:id="rId26"/>
    <p:sldId id="277" r:id="rId2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35D3B6-029A-4065-87FE-DE57AD19B9C6}" v="51" dt="2025-12-30T12:18:24.7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8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ish Wadatkar" userId="409be691f56e0aa4" providerId="LiveId" clId="{FE36FFDD-CF39-40CA-B82B-3FB984666D92}"/>
    <pc:docChg chg="custSel addSld delSld modSld sldOrd">
      <pc:chgData name="Anish Wadatkar" userId="409be691f56e0aa4" providerId="LiveId" clId="{FE36FFDD-CF39-40CA-B82B-3FB984666D92}" dt="2025-12-30T12:19:03.450" v="400" actId="1076"/>
      <pc:docMkLst>
        <pc:docMk/>
      </pc:docMkLst>
      <pc:sldChg chg="modSp mod">
        <pc:chgData name="Anish Wadatkar" userId="409be691f56e0aa4" providerId="LiveId" clId="{FE36FFDD-CF39-40CA-B82B-3FB984666D92}" dt="2025-12-30T11:26:24.374" v="141" actId="207"/>
        <pc:sldMkLst>
          <pc:docMk/>
          <pc:sldMk cId="0" sldId="256"/>
        </pc:sldMkLst>
        <pc:spChg chg="mod">
          <ac:chgData name="Anish Wadatkar" userId="409be691f56e0aa4" providerId="LiveId" clId="{FE36FFDD-CF39-40CA-B82B-3FB984666D92}" dt="2025-12-30T11:26:24.374" v="141" actId="207"/>
          <ac:spMkLst>
            <pc:docMk/>
            <pc:sldMk cId="0" sldId="256"/>
            <ac:spMk id="54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26:12.293" v="140" actId="207"/>
          <ac:spMkLst>
            <pc:docMk/>
            <pc:sldMk cId="0" sldId="256"/>
            <ac:spMk id="55" creationId="{00000000-0000-0000-0000-000000000000}"/>
          </ac:spMkLst>
        </pc:spChg>
      </pc:sldChg>
      <pc:sldChg chg="del">
        <pc:chgData name="Anish Wadatkar" userId="409be691f56e0aa4" providerId="LiveId" clId="{FE36FFDD-CF39-40CA-B82B-3FB984666D92}" dt="2025-12-30T11:41:12.795" v="299" actId="2696"/>
        <pc:sldMkLst>
          <pc:docMk/>
          <pc:sldMk cId="0" sldId="257"/>
        </pc:sldMkLst>
      </pc:sldChg>
      <pc:sldChg chg="del">
        <pc:chgData name="Anish Wadatkar" userId="409be691f56e0aa4" providerId="LiveId" clId="{FE36FFDD-CF39-40CA-B82B-3FB984666D92}" dt="2025-12-30T11:41:15.190" v="300" actId="2696"/>
        <pc:sldMkLst>
          <pc:docMk/>
          <pc:sldMk cId="0" sldId="258"/>
        </pc:sldMkLst>
      </pc:sldChg>
      <pc:sldChg chg="modSp mod">
        <pc:chgData name="Anish Wadatkar" userId="409be691f56e0aa4" providerId="LiveId" clId="{FE36FFDD-CF39-40CA-B82B-3FB984666D92}" dt="2025-12-30T11:30:15.437" v="174" actId="1076"/>
        <pc:sldMkLst>
          <pc:docMk/>
          <pc:sldMk cId="0" sldId="259"/>
        </pc:sldMkLst>
        <pc:spChg chg="mod">
          <ac:chgData name="Anish Wadatkar" userId="409be691f56e0aa4" providerId="LiveId" clId="{FE36FFDD-CF39-40CA-B82B-3FB984666D92}" dt="2025-12-30T11:30:15.437" v="174" actId="1076"/>
          <ac:spMkLst>
            <pc:docMk/>
            <pc:sldMk cId="0" sldId="259"/>
            <ac:spMk id="74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30:05.503" v="172" actId="1076"/>
          <ac:spMkLst>
            <pc:docMk/>
            <pc:sldMk cId="0" sldId="259"/>
            <ac:spMk id="75" creationId="{00000000-0000-0000-0000-000000000000}"/>
          </ac:spMkLst>
        </pc:spChg>
      </pc:sldChg>
      <pc:sldChg chg="modSp mod">
        <pc:chgData name="Anish Wadatkar" userId="409be691f56e0aa4" providerId="LiveId" clId="{FE36FFDD-CF39-40CA-B82B-3FB984666D92}" dt="2025-12-30T11:25:28.076" v="135" actId="27636"/>
        <pc:sldMkLst>
          <pc:docMk/>
          <pc:sldMk cId="0" sldId="260"/>
        </pc:sldMkLst>
        <pc:spChg chg="mod">
          <ac:chgData name="Anish Wadatkar" userId="409be691f56e0aa4" providerId="LiveId" clId="{FE36FFDD-CF39-40CA-B82B-3FB984666D92}" dt="2025-12-30T11:18:29.078" v="64" actId="14100"/>
          <ac:spMkLst>
            <pc:docMk/>
            <pc:sldMk cId="0" sldId="260"/>
            <ac:spMk id="80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25:28.076" v="135" actId="27636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Anish Wadatkar" userId="409be691f56e0aa4" providerId="LiveId" clId="{FE36FFDD-CF39-40CA-B82B-3FB984666D92}" dt="2025-12-30T11:25:21.561" v="133" actId="255"/>
        <pc:sldMkLst>
          <pc:docMk/>
          <pc:sldMk cId="0" sldId="261"/>
        </pc:sldMkLst>
        <pc:spChg chg="mod">
          <ac:chgData name="Anish Wadatkar" userId="409be691f56e0aa4" providerId="LiveId" clId="{FE36FFDD-CF39-40CA-B82B-3FB984666D92}" dt="2025-12-30T11:19:59.532" v="78" actId="14100"/>
          <ac:spMkLst>
            <pc:docMk/>
            <pc:sldMk cId="0" sldId="261"/>
            <ac:spMk id="86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25:21.561" v="133" actId="255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Anish Wadatkar" userId="409be691f56e0aa4" providerId="LiveId" clId="{FE36FFDD-CF39-40CA-B82B-3FB984666D92}" dt="2025-12-30T11:29:46.996" v="171" actId="207"/>
        <pc:sldMkLst>
          <pc:docMk/>
          <pc:sldMk cId="0" sldId="262"/>
        </pc:sldMkLst>
        <pc:spChg chg="mod">
          <ac:chgData name="Anish Wadatkar" userId="409be691f56e0aa4" providerId="LiveId" clId="{FE36FFDD-CF39-40CA-B82B-3FB984666D92}" dt="2025-12-30T11:21:24.444" v="91" actId="14100"/>
          <ac:spMkLst>
            <pc:docMk/>
            <pc:sldMk cId="0" sldId="262"/>
            <ac:spMk id="92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29:46.996" v="171" actId="207"/>
          <ac:spMkLst>
            <pc:docMk/>
            <pc:sldMk cId="0" sldId="262"/>
            <ac:spMk id="93" creationId="{00000000-0000-0000-0000-000000000000}"/>
          </ac:spMkLst>
        </pc:spChg>
      </pc:sldChg>
      <pc:sldChg chg="modSp mod">
        <pc:chgData name="Anish Wadatkar" userId="409be691f56e0aa4" providerId="LiveId" clId="{FE36FFDD-CF39-40CA-B82B-3FB984666D92}" dt="2025-12-30T11:26:41.619" v="143" actId="255"/>
        <pc:sldMkLst>
          <pc:docMk/>
          <pc:sldMk cId="0" sldId="263"/>
        </pc:sldMkLst>
        <pc:spChg chg="mod">
          <ac:chgData name="Anish Wadatkar" userId="409be691f56e0aa4" providerId="LiveId" clId="{FE36FFDD-CF39-40CA-B82B-3FB984666D92}" dt="2025-12-30T11:23:33.840" v="117" actId="14100"/>
          <ac:spMkLst>
            <pc:docMk/>
            <pc:sldMk cId="0" sldId="263"/>
            <ac:spMk id="98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26:41.619" v="143" actId="255"/>
          <ac:spMkLst>
            <pc:docMk/>
            <pc:sldMk cId="0" sldId="263"/>
            <ac:spMk id="99" creationId="{00000000-0000-0000-0000-000000000000}"/>
          </ac:spMkLst>
        </pc:spChg>
      </pc:sldChg>
      <pc:sldChg chg="modSp mod">
        <pc:chgData name="Anish Wadatkar" userId="409be691f56e0aa4" providerId="LiveId" clId="{FE36FFDD-CF39-40CA-B82B-3FB984666D92}" dt="2025-12-30T11:27:15.144" v="152" actId="5793"/>
        <pc:sldMkLst>
          <pc:docMk/>
          <pc:sldMk cId="0" sldId="264"/>
        </pc:sldMkLst>
        <pc:spChg chg="mod">
          <ac:chgData name="Anish Wadatkar" userId="409be691f56e0aa4" providerId="LiveId" clId="{FE36FFDD-CF39-40CA-B82B-3FB984666D92}" dt="2025-12-30T11:24:35.658" v="126" actId="1076"/>
          <ac:spMkLst>
            <pc:docMk/>
            <pc:sldMk cId="0" sldId="264"/>
            <ac:spMk id="104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27:15.144" v="152" actId="5793"/>
          <ac:spMkLst>
            <pc:docMk/>
            <pc:sldMk cId="0" sldId="264"/>
            <ac:spMk id="105" creationId="{00000000-0000-0000-0000-000000000000}"/>
          </ac:spMkLst>
        </pc:spChg>
      </pc:sldChg>
      <pc:sldChg chg="modSp mod">
        <pc:chgData name="Anish Wadatkar" userId="409be691f56e0aa4" providerId="LiveId" clId="{FE36FFDD-CF39-40CA-B82B-3FB984666D92}" dt="2025-12-30T11:30:35.013" v="175" actId="20577"/>
        <pc:sldMkLst>
          <pc:docMk/>
          <pc:sldMk cId="0" sldId="265"/>
        </pc:sldMkLst>
        <pc:spChg chg="mod">
          <ac:chgData name="Anish Wadatkar" userId="409be691f56e0aa4" providerId="LiveId" clId="{FE36FFDD-CF39-40CA-B82B-3FB984666D92}" dt="2025-12-30T11:27:35.255" v="155" actId="1076"/>
          <ac:spMkLst>
            <pc:docMk/>
            <pc:sldMk cId="0" sldId="265"/>
            <ac:spMk id="110" creationId="{00000000-0000-0000-0000-000000000000}"/>
          </ac:spMkLst>
        </pc:spChg>
        <pc:spChg chg="mod">
          <ac:chgData name="Anish Wadatkar" userId="409be691f56e0aa4" providerId="LiveId" clId="{FE36FFDD-CF39-40CA-B82B-3FB984666D92}" dt="2025-12-30T11:30:35.013" v="175" actId="20577"/>
          <ac:spMkLst>
            <pc:docMk/>
            <pc:sldMk cId="0" sldId="265"/>
            <ac:spMk id="111" creationId="{00000000-0000-0000-0000-000000000000}"/>
          </ac:spMkLst>
        </pc:spChg>
      </pc:sldChg>
      <pc:sldChg chg="new del ord">
        <pc:chgData name="Anish Wadatkar" userId="409be691f56e0aa4" providerId="LiveId" clId="{FE36FFDD-CF39-40CA-B82B-3FB984666D92}" dt="2025-12-30T11:09:25.066" v="31" actId="2696"/>
        <pc:sldMkLst>
          <pc:docMk/>
          <pc:sldMk cId="1425151853" sldId="266"/>
        </pc:sldMkLst>
      </pc:sldChg>
      <pc:sldChg chg="modSp new mod ord">
        <pc:chgData name="Anish Wadatkar" userId="409be691f56e0aa4" providerId="LiveId" clId="{FE36FFDD-CF39-40CA-B82B-3FB984666D92}" dt="2025-12-30T11:26:03.195" v="139" actId="207"/>
        <pc:sldMkLst>
          <pc:docMk/>
          <pc:sldMk cId="714662056" sldId="267"/>
        </pc:sldMkLst>
        <pc:spChg chg="mod">
          <ac:chgData name="Anish Wadatkar" userId="409be691f56e0aa4" providerId="LiveId" clId="{FE36FFDD-CF39-40CA-B82B-3FB984666D92}" dt="2025-12-30T11:10:19.749" v="40" actId="14100"/>
          <ac:spMkLst>
            <pc:docMk/>
            <pc:sldMk cId="714662056" sldId="267"/>
            <ac:spMk id="2" creationId="{3687CF96-8D24-D9A3-725F-26120FF0E974}"/>
          </ac:spMkLst>
        </pc:spChg>
        <pc:spChg chg="mod">
          <ac:chgData name="Anish Wadatkar" userId="409be691f56e0aa4" providerId="LiveId" clId="{FE36FFDD-CF39-40CA-B82B-3FB984666D92}" dt="2025-12-30T11:26:03.195" v="139" actId="207"/>
          <ac:spMkLst>
            <pc:docMk/>
            <pc:sldMk cId="714662056" sldId="267"/>
            <ac:spMk id="3" creationId="{38056374-FDFE-D85D-20A0-F41EABBF57AE}"/>
          </ac:spMkLst>
        </pc:spChg>
      </pc:sldChg>
      <pc:sldChg chg="modSp new mod">
        <pc:chgData name="Anish Wadatkar" userId="409be691f56e0aa4" providerId="LiveId" clId="{FE36FFDD-CF39-40CA-B82B-3FB984666D92}" dt="2025-12-30T11:32:06.407" v="189" actId="1076"/>
        <pc:sldMkLst>
          <pc:docMk/>
          <pc:sldMk cId="23041898" sldId="268"/>
        </pc:sldMkLst>
        <pc:spChg chg="mod">
          <ac:chgData name="Anish Wadatkar" userId="409be691f56e0aa4" providerId="LiveId" clId="{FE36FFDD-CF39-40CA-B82B-3FB984666D92}" dt="2025-12-30T11:31:25.192" v="181" actId="1076"/>
          <ac:spMkLst>
            <pc:docMk/>
            <pc:sldMk cId="23041898" sldId="268"/>
            <ac:spMk id="2" creationId="{72757178-039B-8E55-AC73-677BA93A4ACF}"/>
          </ac:spMkLst>
        </pc:spChg>
        <pc:spChg chg="mod">
          <ac:chgData name="Anish Wadatkar" userId="409be691f56e0aa4" providerId="LiveId" clId="{FE36FFDD-CF39-40CA-B82B-3FB984666D92}" dt="2025-12-30T11:32:06.407" v="189" actId="1076"/>
          <ac:spMkLst>
            <pc:docMk/>
            <pc:sldMk cId="23041898" sldId="268"/>
            <ac:spMk id="3" creationId="{87D9B00C-9224-61A4-62C9-B37D1EBA592F}"/>
          </ac:spMkLst>
        </pc:spChg>
      </pc:sldChg>
      <pc:sldChg chg="modSp new mod">
        <pc:chgData name="Anish Wadatkar" userId="409be691f56e0aa4" providerId="LiveId" clId="{FE36FFDD-CF39-40CA-B82B-3FB984666D92}" dt="2025-12-30T11:33:02.485" v="199" actId="207"/>
        <pc:sldMkLst>
          <pc:docMk/>
          <pc:sldMk cId="3655629473" sldId="269"/>
        </pc:sldMkLst>
        <pc:spChg chg="mod">
          <ac:chgData name="Anish Wadatkar" userId="409be691f56e0aa4" providerId="LiveId" clId="{FE36FFDD-CF39-40CA-B82B-3FB984666D92}" dt="2025-12-30T11:32:40.191" v="194" actId="1076"/>
          <ac:spMkLst>
            <pc:docMk/>
            <pc:sldMk cId="3655629473" sldId="269"/>
            <ac:spMk id="2" creationId="{8B464709-3AF2-5277-479C-C9BAAA710C40}"/>
          </ac:spMkLst>
        </pc:spChg>
        <pc:spChg chg="mod">
          <ac:chgData name="Anish Wadatkar" userId="409be691f56e0aa4" providerId="LiveId" clId="{FE36FFDD-CF39-40CA-B82B-3FB984666D92}" dt="2025-12-30T11:33:02.485" v="199" actId="207"/>
          <ac:spMkLst>
            <pc:docMk/>
            <pc:sldMk cId="3655629473" sldId="269"/>
            <ac:spMk id="3" creationId="{E491C334-D4BE-11A7-B9CE-82E0B0BAE4CF}"/>
          </ac:spMkLst>
        </pc:spChg>
      </pc:sldChg>
      <pc:sldChg chg="modSp new mod">
        <pc:chgData name="Anish Wadatkar" userId="409be691f56e0aa4" providerId="LiveId" clId="{FE36FFDD-CF39-40CA-B82B-3FB984666D92}" dt="2025-12-30T11:34:21.040" v="216" actId="1076"/>
        <pc:sldMkLst>
          <pc:docMk/>
          <pc:sldMk cId="4216060872" sldId="270"/>
        </pc:sldMkLst>
        <pc:spChg chg="mod">
          <ac:chgData name="Anish Wadatkar" userId="409be691f56e0aa4" providerId="LiveId" clId="{FE36FFDD-CF39-40CA-B82B-3FB984666D92}" dt="2025-12-30T11:33:47.446" v="208" actId="1076"/>
          <ac:spMkLst>
            <pc:docMk/>
            <pc:sldMk cId="4216060872" sldId="270"/>
            <ac:spMk id="2" creationId="{D8ED4023-5CE7-FD36-C79E-524769800A0D}"/>
          </ac:spMkLst>
        </pc:spChg>
        <pc:spChg chg="mod">
          <ac:chgData name="Anish Wadatkar" userId="409be691f56e0aa4" providerId="LiveId" clId="{FE36FFDD-CF39-40CA-B82B-3FB984666D92}" dt="2025-12-30T11:34:21.040" v="216" actId="1076"/>
          <ac:spMkLst>
            <pc:docMk/>
            <pc:sldMk cId="4216060872" sldId="270"/>
            <ac:spMk id="3" creationId="{4855595F-5E65-67B8-8DA3-66068B0D08F3}"/>
          </ac:spMkLst>
        </pc:spChg>
      </pc:sldChg>
      <pc:sldChg chg="addSp delSp modSp new del mod">
        <pc:chgData name="Anish Wadatkar" userId="409be691f56e0aa4" providerId="LiveId" clId="{FE36FFDD-CF39-40CA-B82B-3FB984666D92}" dt="2025-12-30T11:35:04.199" v="236" actId="2696"/>
        <pc:sldMkLst>
          <pc:docMk/>
          <pc:sldMk cId="3789073701" sldId="271"/>
        </pc:sldMkLst>
        <pc:spChg chg="mod">
          <ac:chgData name="Anish Wadatkar" userId="409be691f56e0aa4" providerId="LiveId" clId="{FE36FFDD-CF39-40CA-B82B-3FB984666D92}" dt="2025-12-30T11:33:37.312" v="205" actId="27636"/>
          <ac:spMkLst>
            <pc:docMk/>
            <pc:sldMk cId="3789073701" sldId="271"/>
            <ac:spMk id="2" creationId="{6EA9E155-5BE7-EDA0-AAA5-6B91D49867D9}"/>
          </ac:spMkLst>
        </pc:spChg>
        <pc:spChg chg="add del mod">
          <ac:chgData name="Anish Wadatkar" userId="409be691f56e0aa4" providerId="LiveId" clId="{FE36FFDD-CF39-40CA-B82B-3FB984666D92}" dt="2025-12-30T11:35:02.810" v="235"/>
          <ac:spMkLst>
            <pc:docMk/>
            <pc:sldMk cId="3789073701" sldId="271"/>
            <ac:spMk id="5" creationId="{5C4A2420-1E9F-ED84-8531-D0B308DC880E}"/>
          </ac:spMkLst>
        </pc:spChg>
      </pc:sldChg>
      <pc:sldChg chg="modSp new mod">
        <pc:chgData name="Anish Wadatkar" userId="409be691f56e0aa4" providerId="LiveId" clId="{FE36FFDD-CF39-40CA-B82B-3FB984666D92}" dt="2025-12-30T11:35:43.311" v="246" actId="27636"/>
        <pc:sldMkLst>
          <pc:docMk/>
          <pc:sldMk cId="1678045749" sldId="272"/>
        </pc:sldMkLst>
        <pc:spChg chg="mod">
          <ac:chgData name="Anish Wadatkar" userId="409be691f56e0aa4" providerId="LiveId" clId="{FE36FFDD-CF39-40CA-B82B-3FB984666D92}" dt="2025-12-30T11:35:18.948" v="240" actId="1076"/>
          <ac:spMkLst>
            <pc:docMk/>
            <pc:sldMk cId="1678045749" sldId="272"/>
            <ac:spMk id="2" creationId="{2CABECEF-978E-B843-318D-9073FF664CF9}"/>
          </ac:spMkLst>
        </pc:spChg>
        <pc:spChg chg="mod">
          <ac:chgData name="Anish Wadatkar" userId="409be691f56e0aa4" providerId="LiveId" clId="{FE36FFDD-CF39-40CA-B82B-3FB984666D92}" dt="2025-12-30T11:35:43.311" v="246" actId="27636"/>
          <ac:spMkLst>
            <pc:docMk/>
            <pc:sldMk cId="1678045749" sldId="272"/>
            <ac:spMk id="3" creationId="{0D5613DE-2DBD-7E5B-C1CB-5DCA0FCFF330}"/>
          </ac:spMkLst>
        </pc:spChg>
      </pc:sldChg>
      <pc:sldChg chg="modSp new mod">
        <pc:chgData name="Anish Wadatkar" userId="409be691f56e0aa4" providerId="LiveId" clId="{FE36FFDD-CF39-40CA-B82B-3FB984666D92}" dt="2025-12-30T11:36:34.783" v="257" actId="207"/>
        <pc:sldMkLst>
          <pc:docMk/>
          <pc:sldMk cId="1963099837" sldId="273"/>
        </pc:sldMkLst>
        <pc:spChg chg="mod">
          <ac:chgData name="Anish Wadatkar" userId="409be691f56e0aa4" providerId="LiveId" clId="{FE36FFDD-CF39-40CA-B82B-3FB984666D92}" dt="2025-12-30T11:36:14.299" v="251" actId="1076"/>
          <ac:spMkLst>
            <pc:docMk/>
            <pc:sldMk cId="1963099837" sldId="273"/>
            <ac:spMk id="2" creationId="{BADC37D8-6B55-67DC-62F1-0845BF0DB14F}"/>
          </ac:spMkLst>
        </pc:spChg>
        <pc:spChg chg="mod">
          <ac:chgData name="Anish Wadatkar" userId="409be691f56e0aa4" providerId="LiveId" clId="{FE36FFDD-CF39-40CA-B82B-3FB984666D92}" dt="2025-12-30T11:36:34.783" v="257" actId="207"/>
          <ac:spMkLst>
            <pc:docMk/>
            <pc:sldMk cId="1963099837" sldId="273"/>
            <ac:spMk id="3" creationId="{EE1C372B-811A-58A3-3857-9AA3504CF1B1}"/>
          </ac:spMkLst>
        </pc:spChg>
      </pc:sldChg>
      <pc:sldChg chg="modSp new mod">
        <pc:chgData name="Anish Wadatkar" userId="409be691f56e0aa4" providerId="LiveId" clId="{FE36FFDD-CF39-40CA-B82B-3FB984666D92}" dt="2025-12-30T11:37:07.559" v="265" actId="207"/>
        <pc:sldMkLst>
          <pc:docMk/>
          <pc:sldMk cId="3740487608" sldId="274"/>
        </pc:sldMkLst>
        <pc:spChg chg="mod">
          <ac:chgData name="Anish Wadatkar" userId="409be691f56e0aa4" providerId="LiveId" clId="{FE36FFDD-CF39-40CA-B82B-3FB984666D92}" dt="2025-12-30T11:36:52.603" v="262" actId="1076"/>
          <ac:spMkLst>
            <pc:docMk/>
            <pc:sldMk cId="3740487608" sldId="274"/>
            <ac:spMk id="2" creationId="{EE578FDA-806D-356A-8005-624AC0D79C28}"/>
          </ac:spMkLst>
        </pc:spChg>
        <pc:spChg chg="mod">
          <ac:chgData name="Anish Wadatkar" userId="409be691f56e0aa4" providerId="LiveId" clId="{FE36FFDD-CF39-40CA-B82B-3FB984666D92}" dt="2025-12-30T11:37:07.559" v="265" actId="207"/>
          <ac:spMkLst>
            <pc:docMk/>
            <pc:sldMk cId="3740487608" sldId="274"/>
            <ac:spMk id="3" creationId="{C6CC04D7-0083-4C74-F0AF-DDD23CFCAA2A}"/>
          </ac:spMkLst>
        </pc:spChg>
      </pc:sldChg>
      <pc:sldChg chg="modSp new mod">
        <pc:chgData name="Anish Wadatkar" userId="409be691f56e0aa4" providerId="LiveId" clId="{FE36FFDD-CF39-40CA-B82B-3FB984666D92}" dt="2025-12-30T11:37:50.713" v="274" actId="207"/>
        <pc:sldMkLst>
          <pc:docMk/>
          <pc:sldMk cId="4019598410" sldId="275"/>
        </pc:sldMkLst>
        <pc:spChg chg="mod">
          <ac:chgData name="Anish Wadatkar" userId="409be691f56e0aa4" providerId="LiveId" clId="{FE36FFDD-CF39-40CA-B82B-3FB984666D92}" dt="2025-12-30T11:37:36.724" v="270" actId="1076"/>
          <ac:spMkLst>
            <pc:docMk/>
            <pc:sldMk cId="4019598410" sldId="275"/>
            <ac:spMk id="2" creationId="{EF19A5C2-12D3-0792-B429-D32B2C22B6AC}"/>
          </ac:spMkLst>
        </pc:spChg>
        <pc:spChg chg="mod">
          <ac:chgData name="Anish Wadatkar" userId="409be691f56e0aa4" providerId="LiveId" clId="{FE36FFDD-CF39-40CA-B82B-3FB984666D92}" dt="2025-12-30T11:37:50.713" v="274" actId="207"/>
          <ac:spMkLst>
            <pc:docMk/>
            <pc:sldMk cId="4019598410" sldId="275"/>
            <ac:spMk id="3" creationId="{4CAAD30D-B147-9667-6040-DBD71BA03965}"/>
          </ac:spMkLst>
        </pc:spChg>
      </pc:sldChg>
      <pc:sldChg chg="modSp new mod">
        <pc:chgData name="Anish Wadatkar" userId="409be691f56e0aa4" providerId="LiveId" clId="{FE36FFDD-CF39-40CA-B82B-3FB984666D92}" dt="2025-12-30T11:38:35.160" v="285" actId="207"/>
        <pc:sldMkLst>
          <pc:docMk/>
          <pc:sldMk cId="2016751072" sldId="276"/>
        </pc:sldMkLst>
        <pc:spChg chg="mod">
          <ac:chgData name="Anish Wadatkar" userId="409be691f56e0aa4" providerId="LiveId" clId="{FE36FFDD-CF39-40CA-B82B-3FB984666D92}" dt="2025-12-30T11:38:19.081" v="280" actId="1076"/>
          <ac:spMkLst>
            <pc:docMk/>
            <pc:sldMk cId="2016751072" sldId="276"/>
            <ac:spMk id="2" creationId="{C194962C-F20D-6FF2-B2A7-33207E6F33DB}"/>
          </ac:spMkLst>
        </pc:spChg>
        <pc:spChg chg="mod">
          <ac:chgData name="Anish Wadatkar" userId="409be691f56e0aa4" providerId="LiveId" clId="{FE36FFDD-CF39-40CA-B82B-3FB984666D92}" dt="2025-12-30T11:38:35.160" v="285" actId="207"/>
          <ac:spMkLst>
            <pc:docMk/>
            <pc:sldMk cId="2016751072" sldId="276"/>
            <ac:spMk id="3" creationId="{24F69FDD-7E73-57D0-088D-14428E7A2829}"/>
          </ac:spMkLst>
        </pc:spChg>
      </pc:sldChg>
      <pc:sldChg chg="modSp new mod">
        <pc:chgData name="Anish Wadatkar" userId="409be691f56e0aa4" providerId="LiveId" clId="{FE36FFDD-CF39-40CA-B82B-3FB984666D92}" dt="2025-12-30T11:39:28.702" v="298" actId="27636"/>
        <pc:sldMkLst>
          <pc:docMk/>
          <pc:sldMk cId="2379224717" sldId="277"/>
        </pc:sldMkLst>
        <pc:spChg chg="mod">
          <ac:chgData name="Anish Wadatkar" userId="409be691f56e0aa4" providerId="LiveId" clId="{FE36FFDD-CF39-40CA-B82B-3FB984666D92}" dt="2025-12-30T11:39:00.061" v="290" actId="1076"/>
          <ac:spMkLst>
            <pc:docMk/>
            <pc:sldMk cId="2379224717" sldId="277"/>
            <ac:spMk id="2" creationId="{86056801-63EE-158F-0E37-811F9F1E12C1}"/>
          </ac:spMkLst>
        </pc:spChg>
        <pc:spChg chg="mod">
          <ac:chgData name="Anish Wadatkar" userId="409be691f56e0aa4" providerId="LiveId" clId="{FE36FFDD-CF39-40CA-B82B-3FB984666D92}" dt="2025-12-30T11:39:28.702" v="298" actId="27636"/>
          <ac:spMkLst>
            <pc:docMk/>
            <pc:sldMk cId="2379224717" sldId="277"/>
            <ac:spMk id="3" creationId="{3521AA62-C530-0D06-C233-E7CFFA614AE7}"/>
          </ac:spMkLst>
        </pc:spChg>
      </pc:sldChg>
      <pc:sldChg chg="addSp modSp new mod ord">
        <pc:chgData name="Anish Wadatkar" userId="409be691f56e0aa4" providerId="LiveId" clId="{FE36FFDD-CF39-40CA-B82B-3FB984666D92}" dt="2025-12-30T12:09:11.901" v="325" actId="1076"/>
        <pc:sldMkLst>
          <pc:docMk/>
          <pc:sldMk cId="3487893974" sldId="278"/>
        </pc:sldMkLst>
        <pc:spChg chg="mod">
          <ac:chgData name="Anish Wadatkar" userId="409be691f56e0aa4" providerId="LiveId" clId="{FE36FFDD-CF39-40CA-B82B-3FB984666D92}" dt="2025-12-30T12:09:03.869" v="323" actId="255"/>
          <ac:spMkLst>
            <pc:docMk/>
            <pc:sldMk cId="3487893974" sldId="278"/>
            <ac:spMk id="2" creationId="{2F0EAC00-15F6-157D-E129-5EE860685433}"/>
          </ac:spMkLst>
        </pc:spChg>
        <pc:picChg chg="add mod">
          <ac:chgData name="Anish Wadatkar" userId="409be691f56e0aa4" providerId="LiveId" clId="{FE36FFDD-CF39-40CA-B82B-3FB984666D92}" dt="2025-12-30T12:09:11.901" v="325" actId="1076"/>
          <ac:picMkLst>
            <pc:docMk/>
            <pc:sldMk cId="3487893974" sldId="278"/>
            <ac:picMk id="4" creationId="{98FA481C-33A9-4814-1E5E-9296C3FBD905}"/>
          </ac:picMkLst>
        </pc:picChg>
      </pc:sldChg>
      <pc:sldChg chg="addSp modSp new del mod">
        <pc:chgData name="Anish Wadatkar" userId="409be691f56e0aa4" providerId="LiveId" clId="{FE36FFDD-CF39-40CA-B82B-3FB984666D92}" dt="2025-12-30T12:08:25.285" v="313" actId="2696"/>
        <pc:sldMkLst>
          <pc:docMk/>
          <pc:sldMk cId="3864717406" sldId="278"/>
        </pc:sldMkLst>
        <pc:spChg chg="mod">
          <ac:chgData name="Anish Wadatkar" userId="409be691f56e0aa4" providerId="LiveId" clId="{FE36FFDD-CF39-40CA-B82B-3FB984666D92}" dt="2025-12-30T12:07:48.093" v="308" actId="1076"/>
          <ac:spMkLst>
            <pc:docMk/>
            <pc:sldMk cId="3864717406" sldId="278"/>
            <ac:spMk id="2" creationId="{6098D8CB-090A-9EEF-920D-A8B337861176}"/>
          </ac:spMkLst>
        </pc:spChg>
        <pc:picChg chg="add mod">
          <ac:chgData name="Anish Wadatkar" userId="409be691f56e0aa4" providerId="LiveId" clId="{FE36FFDD-CF39-40CA-B82B-3FB984666D92}" dt="2025-12-30T12:08:00.581" v="312" actId="1076"/>
          <ac:picMkLst>
            <pc:docMk/>
            <pc:sldMk cId="3864717406" sldId="278"/>
            <ac:picMk id="5" creationId="{F8E926F6-8E9B-F5C9-9B12-634DA7D4F87B}"/>
          </ac:picMkLst>
        </pc:picChg>
      </pc:sldChg>
      <pc:sldChg chg="addSp modSp new mod">
        <pc:chgData name="Anish Wadatkar" userId="409be691f56e0aa4" providerId="LiveId" clId="{FE36FFDD-CF39-40CA-B82B-3FB984666D92}" dt="2025-12-30T12:13:11.269" v="348" actId="1076"/>
        <pc:sldMkLst>
          <pc:docMk/>
          <pc:sldMk cId="1150507385" sldId="279"/>
        </pc:sldMkLst>
        <pc:spChg chg="mod">
          <ac:chgData name="Anish Wadatkar" userId="409be691f56e0aa4" providerId="LiveId" clId="{FE36FFDD-CF39-40CA-B82B-3FB984666D92}" dt="2025-12-30T12:13:08.029" v="347" actId="1076"/>
          <ac:spMkLst>
            <pc:docMk/>
            <pc:sldMk cId="1150507385" sldId="279"/>
            <ac:spMk id="2" creationId="{9F264053-665A-DC58-FCA5-EDDD1B13D236}"/>
          </ac:spMkLst>
        </pc:spChg>
        <pc:picChg chg="add mod">
          <ac:chgData name="Anish Wadatkar" userId="409be691f56e0aa4" providerId="LiveId" clId="{FE36FFDD-CF39-40CA-B82B-3FB984666D92}" dt="2025-12-30T12:13:11.269" v="348" actId="1076"/>
          <ac:picMkLst>
            <pc:docMk/>
            <pc:sldMk cId="1150507385" sldId="279"/>
            <ac:picMk id="4" creationId="{D9890820-AEEB-2B4B-4E0A-4768A6744420}"/>
          </ac:picMkLst>
        </pc:picChg>
      </pc:sldChg>
      <pc:sldChg chg="addSp modSp new mod">
        <pc:chgData name="Anish Wadatkar" userId="409be691f56e0aa4" providerId="LiveId" clId="{FE36FFDD-CF39-40CA-B82B-3FB984666D92}" dt="2025-12-30T12:14:26.036" v="358" actId="1076"/>
        <pc:sldMkLst>
          <pc:docMk/>
          <pc:sldMk cId="265219917" sldId="280"/>
        </pc:sldMkLst>
        <pc:spChg chg="mod">
          <ac:chgData name="Anish Wadatkar" userId="409be691f56e0aa4" providerId="LiveId" clId="{FE36FFDD-CF39-40CA-B82B-3FB984666D92}" dt="2025-12-30T12:14:20.232" v="357" actId="1076"/>
          <ac:spMkLst>
            <pc:docMk/>
            <pc:sldMk cId="265219917" sldId="280"/>
            <ac:spMk id="2" creationId="{36C89556-E744-112F-FE02-C7052F7C02DE}"/>
          </ac:spMkLst>
        </pc:spChg>
        <pc:picChg chg="add mod">
          <ac:chgData name="Anish Wadatkar" userId="409be691f56e0aa4" providerId="LiveId" clId="{FE36FFDD-CF39-40CA-B82B-3FB984666D92}" dt="2025-12-30T12:14:26.036" v="358" actId="1076"/>
          <ac:picMkLst>
            <pc:docMk/>
            <pc:sldMk cId="265219917" sldId="280"/>
            <ac:picMk id="4" creationId="{D51FDC26-EAF5-7D26-34F8-F00D6999C918}"/>
          </ac:picMkLst>
        </pc:picChg>
      </pc:sldChg>
      <pc:sldChg chg="addSp modSp new mod">
        <pc:chgData name="Anish Wadatkar" userId="409be691f56e0aa4" providerId="LiveId" clId="{FE36FFDD-CF39-40CA-B82B-3FB984666D92}" dt="2025-12-30T12:15:10.141" v="364" actId="1076"/>
        <pc:sldMkLst>
          <pc:docMk/>
          <pc:sldMk cId="3555251420" sldId="281"/>
        </pc:sldMkLst>
        <pc:spChg chg="mod">
          <ac:chgData name="Anish Wadatkar" userId="409be691f56e0aa4" providerId="LiveId" clId="{FE36FFDD-CF39-40CA-B82B-3FB984666D92}" dt="2025-12-30T12:14:49.355" v="362" actId="1076"/>
          <ac:spMkLst>
            <pc:docMk/>
            <pc:sldMk cId="3555251420" sldId="281"/>
            <ac:spMk id="2" creationId="{90D431CA-0868-A5D4-8313-A907E468DAA1}"/>
          </ac:spMkLst>
        </pc:spChg>
        <pc:picChg chg="add mod">
          <ac:chgData name="Anish Wadatkar" userId="409be691f56e0aa4" providerId="LiveId" clId="{FE36FFDD-CF39-40CA-B82B-3FB984666D92}" dt="2025-12-30T12:15:10.141" v="364" actId="1076"/>
          <ac:picMkLst>
            <pc:docMk/>
            <pc:sldMk cId="3555251420" sldId="281"/>
            <ac:picMk id="4" creationId="{DF21B4DB-D9B9-4B45-A8A1-815ECDD0800E}"/>
          </ac:picMkLst>
        </pc:picChg>
      </pc:sldChg>
      <pc:sldChg chg="addSp modSp new mod">
        <pc:chgData name="Anish Wadatkar" userId="409be691f56e0aa4" providerId="LiveId" clId="{FE36FFDD-CF39-40CA-B82B-3FB984666D92}" dt="2025-12-30T12:16:16.954" v="372" actId="1076"/>
        <pc:sldMkLst>
          <pc:docMk/>
          <pc:sldMk cId="4142073658" sldId="282"/>
        </pc:sldMkLst>
        <pc:spChg chg="mod">
          <ac:chgData name="Anish Wadatkar" userId="409be691f56e0aa4" providerId="LiveId" clId="{FE36FFDD-CF39-40CA-B82B-3FB984666D92}" dt="2025-12-30T12:15:56.912" v="370" actId="1076"/>
          <ac:spMkLst>
            <pc:docMk/>
            <pc:sldMk cId="4142073658" sldId="282"/>
            <ac:spMk id="2" creationId="{11BE2B34-D174-CB54-7C69-A39B407E50A3}"/>
          </ac:spMkLst>
        </pc:spChg>
        <pc:picChg chg="add mod">
          <ac:chgData name="Anish Wadatkar" userId="409be691f56e0aa4" providerId="LiveId" clId="{FE36FFDD-CF39-40CA-B82B-3FB984666D92}" dt="2025-12-30T12:16:16.954" v="372" actId="1076"/>
          <ac:picMkLst>
            <pc:docMk/>
            <pc:sldMk cId="4142073658" sldId="282"/>
            <ac:picMk id="4" creationId="{D5BE2B0C-DE06-1124-8F07-E3DA3D81C904}"/>
          </ac:picMkLst>
        </pc:picChg>
      </pc:sldChg>
      <pc:sldChg chg="addSp modSp new mod">
        <pc:chgData name="Anish Wadatkar" userId="409be691f56e0aa4" providerId="LiveId" clId="{FE36FFDD-CF39-40CA-B82B-3FB984666D92}" dt="2025-12-30T12:17:33.081" v="385" actId="1076"/>
        <pc:sldMkLst>
          <pc:docMk/>
          <pc:sldMk cId="502186581" sldId="283"/>
        </pc:sldMkLst>
        <pc:spChg chg="mod">
          <ac:chgData name="Anish Wadatkar" userId="409be691f56e0aa4" providerId="LiveId" clId="{FE36FFDD-CF39-40CA-B82B-3FB984666D92}" dt="2025-12-30T12:17:23.369" v="384" actId="1076"/>
          <ac:spMkLst>
            <pc:docMk/>
            <pc:sldMk cId="502186581" sldId="283"/>
            <ac:spMk id="2" creationId="{D8F34E1A-3C6E-4777-E408-E49836A39C79}"/>
          </ac:spMkLst>
        </pc:spChg>
        <pc:picChg chg="add mod">
          <ac:chgData name="Anish Wadatkar" userId="409be691f56e0aa4" providerId="LiveId" clId="{FE36FFDD-CF39-40CA-B82B-3FB984666D92}" dt="2025-12-30T12:17:33.081" v="385" actId="1076"/>
          <ac:picMkLst>
            <pc:docMk/>
            <pc:sldMk cId="502186581" sldId="283"/>
            <ac:picMk id="4" creationId="{3F25C7AF-335E-6538-8394-0CE757AD9024}"/>
          </ac:picMkLst>
        </pc:picChg>
      </pc:sldChg>
      <pc:sldChg chg="addSp modSp new mod">
        <pc:chgData name="Anish Wadatkar" userId="409be691f56e0aa4" providerId="LiveId" clId="{FE36FFDD-CF39-40CA-B82B-3FB984666D92}" dt="2025-12-30T12:18:08.139" v="391" actId="1076"/>
        <pc:sldMkLst>
          <pc:docMk/>
          <pc:sldMk cId="3901031825" sldId="284"/>
        </pc:sldMkLst>
        <pc:spChg chg="mod">
          <ac:chgData name="Anish Wadatkar" userId="409be691f56e0aa4" providerId="LiveId" clId="{FE36FFDD-CF39-40CA-B82B-3FB984666D92}" dt="2025-12-30T12:17:51.754" v="388" actId="1076"/>
          <ac:spMkLst>
            <pc:docMk/>
            <pc:sldMk cId="3901031825" sldId="284"/>
            <ac:spMk id="2" creationId="{0989F202-5808-0F18-ADB0-AC523B40488B}"/>
          </ac:spMkLst>
        </pc:spChg>
        <pc:picChg chg="add mod">
          <ac:chgData name="Anish Wadatkar" userId="409be691f56e0aa4" providerId="LiveId" clId="{FE36FFDD-CF39-40CA-B82B-3FB984666D92}" dt="2025-12-30T12:18:08.139" v="391" actId="1076"/>
          <ac:picMkLst>
            <pc:docMk/>
            <pc:sldMk cId="3901031825" sldId="284"/>
            <ac:picMk id="4" creationId="{0E6315BF-AD8A-FC72-096E-CEAFE1EB3C88}"/>
          </ac:picMkLst>
        </pc:picChg>
      </pc:sldChg>
      <pc:sldChg chg="addSp modSp new mod">
        <pc:chgData name="Anish Wadatkar" userId="409be691f56e0aa4" providerId="LiveId" clId="{FE36FFDD-CF39-40CA-B82B-3FB984666D92}" dt="2025-12-30T12:19:03.450" v="400" actId="1076"/>
        <pc:sldMkLst>
          <pc:docMk/>
          <pc:sldMk cId="2731656342" sldId="285"/>
        </pc:sldMkLst>
        <pc:spChg chg="mod">
          <ac:chgData name="Anish Wadatkar" userId="409be691f56e0aa4" providerId="LiveId" clId="{FE36FFDD-CF39-40CA-B82B-3FB984666D92}" dt="2025-12-30T12:18:54.325" v="399" actId="255"/>
          <ac:spMkLst>
            <pc:docMk/>
            <pc:sldMk cId="2731656342" sldId="285"/>
            <ac:spMk id="2" creationId="{2A6F309C-73E9-BC1E-CE21-CB5F73F943DA}"/>
          </ac:spMkLst>
        </pc:spChg>
        <pc:picChg chg="add mod">
          <ac:chgData name="Anish Wadatkar" userId="409be691f56e0aa4" providerId="LiveId" clId="{FE36FFDD-CF39-40CA-B82B-3FB984666D92}" dt="2025-12-30T12:19:03.450" v="400" actId="1076"/>
          <ac:picMkLst>
            <pc:docMk/>
            <pc:sldMk cId="2731656342" sldId="285"/>
            <ac:picMk id="4" creationId="{9C64D03B-240C-E1CF-DC4E-71126F74ECBC}"/>
          </ac:picMkLst>
        </pc:picChg>
      </pc:sldChg>
      <pc:sldMasterChg chg="delSldLayout">
        <pc:chgData name="Anish Wadatkar" userId="409be691f56e0aa4" providerId="LiveId" clId="{FE36FFDD-CF39-40CA-B82B-3FB984666D92}" dt="2025-12-30T11:09:25.066" v="31" actId="2696"/>
        <pc:sldMasterMkLst>
          <pc:docMk/>
          <pc:sldMasterMk cId="0" sldId="2147483659"/>
        </pc:sldMasterMkLst>
        <pc:sldLayoutChg chg="del">
          <pc:chgData name="Anish Wadatkar" userId="409be691f56e0aa4" providerId="LiveId" clId="{FE36FFDD-CF39-40CA-B82B-3FB984666D92}" dt="2025-12-30T11:09:25.066" v="31" actId="2696"/>
          <pc:sldLayoutMkLst>
            <pc:docMk/>
            <pc:sldMasterMk cId="0" sldId="2147483659"/>
            <pc:sldLayoutMk cId="0" sldId="214748365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677e88b4f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677e88b4f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677e88b4f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677e88b4fc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677e88b4f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677e88b4f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677e88b4fc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677e88b4fc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677e88b4f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677e88b4f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77e88b4fc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677e88b4fc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77e88b4fc_2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77e88b4fc_2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295200"/>
            <a:ext cx="8520600" cy="20141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lnSpc>
                <a:spcPct val="133333"/>
              </a:lnSpc>
              <a:buSzPts val="1100"/>
            </a:pPr>
            <a:r>
              <a:rPr lang="en" sz="3600" b="1" dirty="0">
                <a:solidFill>
                  <a:srgbClr val="202124"/>
                </a:solidFill>
                <a:highlight>
                  <a:srgbClr val="FFFFFF"/>
                </a:highlight>
              </a:rPr>
              <a:t>Mental Health in Tech Survey </a:t>
            </a:r>
            <a:r>
              <a:rPr lang="en-IN" sz="3600" b="1" dirty="0">
                <a:highlight>
                  <a:srgbClr val="FFFFFF"/>
                </a:highlight>
              </a:rPr>
              <a:t>Exploratory Data Analysis</a:t>
            </a:r>
            <a:endParaRPr sz="3600" b="1" dirty="0">
              <a:solidFill>
                <a:srgbClr val="202124"/>
              </a:solidFill>
              <a:highlight>
                <a:srgbClr val="FFFFFF"/>
              </a:highlight>
            </a:endParaRPr>
          </a:p>
          <a:p>
            <a:pPr lvl="0"/>
            <a:r>
              <a:rPr lang="en-IN" sz="3600" dirty="0"/>
              <a:t>	</a:t>
            </a:r>
            <a:r>
              <a:rPr lang="en-IN" sz="3600" dirty="0">
                <a:solidFill>
                  <a:schemeClr val="tx1"/>
                </a:solidFill>
              </a:rPr>
              <a:t>Author: Anish Shrikrishna Wadatkar</a:t>
            </a:r>
            <a:endParaRPr sz="3600" dirty="0">
              <a:solidFill>
                <a:schemeClr val="tx1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901600"/>
            <a:ext cx="8520600" cy="17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indent="0"/>
            <a:r>
              <a:rPr lang="en-US" b="1" dirty="0">
                <a:solidFill>
                  <a:schemeClr val="tx1"/>
                </a:solidFill>
                <a:latin typeface="+mn-lt"/>
              </a:rPr>
              <a:t>Project Description:</a:t>
            </a:r>
            <a:br>
              <a:rPr lang="en-US" b="1" dirty="0">
                <a:solidFill>
                  <a:schemeClr val="tx1"/>
                </a:solidFill>
                <a:latin typeface="+mn-lt"/>
              </a:rPr>
            </a:br>
            <a:r>
              <a:rPr lang="en-US" b="1" dirty="0">
                <a:solidFill>
                  <a:schemeClr val="tx1"/>
                </a:solidFill>
                <a:latin typeface="+mn-lt"/>
              </a:rPr>
              <a:t>An exploratory data analysis project based on a global survey examining mental health awareness, workplace support, and employee attitudes in the technology sector.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7CF96-8D24-D9A3-725F-26120FF0E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95201"/>
            <a:ext cx="8520600" cy="576000"/>
          </a:xfrm>
        </p:spPr>
        <p:txBody>
          <a:bodyPr>
            <a:normAutofit fontScale="90000"/>
          </a:bodyPr>
          <a:lstStyle/>
          <a:p>
            <a:r>
              <a:rPr lang="en-IN" sz="4000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6374-FDFE-D85D-20A0-F41EABBF5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Mental health has become an increasingly important topic in modern workplaces, especially within the fast-paced technology industry. Factors such as long working hours, high performance pressure, and remote work can significantly impact employee well-being.</a:t>
            </a:r>
          </a:p>
          <a:p>
            <a:r>
              <a:rPr lang="en-US" sz="2400" dirty="0">
                <a:solidFill>
                  <a:schemeClr val="tx1"/>
                </a:solidFill>
              </a:rPr>
              <a:t>This project explores mental health trends, attitudes, and workplace support systems in the tech industry using survey data collected from professionals across different countries.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46620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136801"/>
            <a:ext cx="8520600" cy="59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Dataset Overview</a:t>
            </a:r>
            <a:endParaRPr sz="3600" dirty="0"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1700" y="828000"/>
            <a:ext cx="8520600" cy="40058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11430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 b="1" dirty="0">
                <a:solidFill>
                  <a:schemeClr val="tx1"/>
                </a:solidFill>
                <a:highlight>
                  <a:srgbClr val="FFFFFF"/>
                </a:highlight>
              </a:rPr>
              <a:t>About Dataset</a:t>
            </a:r>
            <a:endParaRPr b="1" dirty="0">
              <a:solidFill>
                <a:schemeClr val="tx1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1481"/>
              <a:buFont typeface="Arial"/>
              <a:buNone/>
            </a:pPr>
            <a:r>
              <a:rPr lang="en" b="1" dirty="0">
                <a:solidFill>
                  <a:schemeClr val="tx1"/>
                </a:solidFill>
                <a:highlight>
                  <a:srgbClr val="FFFFFF"/>
                </a:highlight>
              </a:rPr>
              <a:t>Dataset Information</a:t>
            </a:r>
            <a:endParaRPr b="1" dirty="0">
              <a:solidFill>
                <a:schemeClr val="tx1"/>
              </a:solidFill>
              <a:highlight>
                <a:srgbClr val="FFFFFF"/>
              </a:highlight>
            </a:endParaRPr>
          </a:p>
          <a:p>
            <a:pPr marL="0" lvl="0" indent="0">
              <a:lnSpc>
                <a:spcPct val="157142"/>
              </a:lnSpc>
              <a:spcBef>
                <a:spcPts val="900"/>
              </a:spcBef>
              <a:buClr>
                <a:schemeClr val="dk1"/>
              </a:buClr>
              <a:buSzPct val="104761"/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The dataset used in this project comes from the </a:t>
            </a:r>
            <a:r>
              <a:rPr lang="en-US" b="1" dirty="0">
                <a:solidFill>
                  <a:schemeClr val="tx1"/>
                </a:solidFill>
                <a:highlight>
                  <a:srgbClr val="FFFFFF"/>
                </a:highlight>
              </a:rPr>
              <a:t>Mental Health in Tech Survey (2014)</a:t>
            </a:r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, conducted by </a:t>
            </a:r>
            <a:r>
              <a:rPr lang="en-US" i="1" dirty="0">
                <a:solidFill>
                  <a:schemeClr val="tx1"/>
                </a:solidFill>
                <a:highlight>
                  <a:srgbClr val="FFFFFF"/>
                </a:highlight>
              </a:rPr>
              <a:t>Open Sourcing Mental Illness</a:t>
            </a:r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.</a:t>
            </a:r>
          </a:p>
          <a:p>
            <a:pPr marL="0" lvl="0" indent="0">
              <a:lnSpc>
                <a:spcPct val="157142"/>
              </a:lnSpc>
              <a:spcBef>
                <a:spcPts val="900"/>
              </a:spcBef>
              <a:buClr>
                <a:schemeClr val="dk1"/>
              </a:buClr>
              <a:buSzPct val="104761"/>
              <a:buNone/>
            </a:pPr>
            <a:r>
              <a:rPr lang="en-IN" b="1" dirty="0">
                <a:solidFill>
                  <a:schemeClr val="tx1"/>
                </a:solidFill>
                <a:highlight>
                  <a:srgbClr val="FFFFFF"/>
                </a:highlight>
              </a:rPr>
              <a:t>Key Characteristics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Survey-based dataset with responses from tech professionals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Covers mental health history, workplace policies, and employee perceptions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Includes both demographic and workplace-related attributes</a:t>
            </a:r>
          </a:p>
          <a:p>
            <a:r>
              <a:rPr lang="en-US" dirty="0">
                <a:solidFill>
                  <a:schemeClr val="tx1"/>
                </a:solidFill>
                <a:highlight>
                  <a:srgbClr val="FFFFFF"/>
                </a:highlight>
              </a:rPr>
              <a:t>The dataset provides valuable insights into how mental health is perceived and managed within tech organizations.</a:t>
            </a:r>
          </a:p>
          <a:p>
            <a:pPr marL="0" lvl="0" indent="0" algn="l" rtl="0">
              <a:spcBef>
                <a:spcPts val="24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144000"/>
            <a:ext cx="8520600" cy="873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Dataset Features (Part 1)</a:t>
            </a:r>
            <a:endParaRPr sz="3600" dirty="0"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Some of the important features included in the dataset are: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Age</a:t>
            </a:r>
            <a:r>
              <a:rPr lang="en-US" dirty="0">
                <a:solidFill>
                  <a:schemeClr val="tx1"/>
                </a:solidFill>
              </a:rPr>
              <a:t> – Age of the respondent</a:t>
            </a:r>
          </a:p>
          <a:p>
            <a:r>
              <a:rPr lang="en-US" b="1" dirty="0">
                <a:solidFill>
                  <a:schemeClr val="tx1"/>
                </a:solidFill>
              </a:rPr>
              <a:t>Gender</a:t>
            </a:r>
            <a:r>
              <a:rPr lang="en-US" dirty="0">
                <a:solidFill>
                  <a:schemeClr val="tx1"/>
                </a:solidFill>
              </a:rPr>
              <a:t> – Self-reported gender</a:t>
            </a:r>
          </a:p>
          <a:p>
            <a:r>
              <a:rPr lang="en-US" b="1" dirty="0">
                <a:solidFill>
                  <a:schemeClr val="tx1"/>
                </a:solidFill>
              </a:rPr>
              <a:t>Country / State</a:t>
            </a:r>
            <a:r>
              <a:rPr lang="en-US" dirty="0">
                <a:solidFill>
                  <a:schemeClr val="tx1"/>
                </a:solidFill>
              </a:rPr>
              <a:t> – Geographic location</a:t>
            </a:r>
          </a:p>
          <a:p>
            <a:r>
              <a:rPr lang="en-US" b="1" dirty="0">
                <a:solidFill>
                  <a:schemeClr val="tx1"/>
                </a:solidFill>
              </a:rPr>
              <a:t>Self-employed</a:t>
            </a:r>
            <a:r>
              <a:rPr lang="en-US" dirty="0">
                <a:solidFill>
                  <a:schemeClr val="tx1"/>
                </a:solidFill>
              </a:rPr>
              <a:t> – Employment type</a:t>
            </a:r>
          </a:p>
          <a:p>
            <a:r>
              <a:rPr lang="en-US" b="1" dirty="0">
                <a:solidFill>
                  <a:schemeClr val="tx1"/>
                </a:solidFill>
              </a:rPr>
              <a:t>Family history</a:t>
            </a:r>
            <a:r>
              <a:rPr lang="en-US" dirty="0">
                <a:solidFill>
                  <a:schemeClr val="tx1"/>
                </a:solidFill>
              </a:rPr>
              <a:t> – Family history of mental illness</a:t>
            </a:r>
          </a:p>
          <a:p>
            <a:r>
              <a:rPr lang="en-US" b="1" dirty="0">
                <a:solidFill>
                  <a:schemeClr val="tx1"/>
                </a:solidFill>
              </a:rPr>
              <a:t>Treatment</a:t>
            </a:r>
            <a:r>
              <a:rPr lang="en-US" dirty="0">
                <a:solidFill>
                  <a:schemeClr val="tx1"/>
                </a:solidFill>
              </a:rPr>
              <a:t> – Whether the respondent has sought mental health treatment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These features help in understanding demographic patterns related to mental health.</a:t>
            </a:r>
          </a:p>
          <a:p>
            <a:pPr marL="0" lvl="0" indent="0" algn="l" rtl="0">
              <a:spcBef>
                <a:spcPts val="24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>
            <a:spLocks noGrp="1"/>
          </p:cNvSpPr>
          <p:nvPr>
            <p:ph type="title"/>
          </p:nvPr>
        </p:nvSpPr>
        <p:spPr>
          <a:xfrm>
            <a:off x="311700" y="216000"/>
            <a:ext cx="8520600" cy="801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Dataset Features (Part 2)</a:t>
            </a:r>
            <a:endParaRPr sz="3600" dirty="0"/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/>
          </p:nvPr>
        </p:nvSpPr>
        <p:spPr>
          <a:xfrm>
            <a:off x="311700" y="1116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Additional workplace-focused features include:</a:t>
            </a:r>
          </a:p>
          <a:p>
            <a:pPr marL="11430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Work interference</a:t>
            </a:r>
            <a:r>
              <a:rPr lang="en-US" dirty="0">
                <a:solidFill>
                  <a:schemeClr val="tx1"/>
                </a:solidFill>
              </a:rPr>
              <a:t> – Impact of mental health on work</a:t>
            </a:r>
          </a:p>
          <a:p>
            <a:r>
              <a:rPr lang="en-US" b="1" dirty="0">
                <a:solidFill>
                  <a:schemeClr val="tx1"/>
                </a:solidFill>
              </a:rPr>
              <a:t>Company size</a:t>
            </a:r>
            <a:r>
              <a:rPr lang="en-US" dirty="0">
                <a:solidFill>
                  <a:schemeClr val="tx1"/>
                </a:solidFill>
              </a:rPr>
              <a:t> – Number of employees</a:t>
            </a:r>
          </a:p>
          <a:p>
            <a:r>
              <a:rPr lang="en-US" b="1" dirty="0">
                <a:solidFill>
                  <a:schemeClr val="tx1"/>
                </a:solidFill>
              </a:rPr>
              <a:t>Remote work</a:t>
            </a:r>
            <a:r>
              <a:rPr lang="en-US" dirty="0">
                <a:solidFill>
                  <a:schemeClr val="tx1"/>
                </a:solidFill>
              </a:rPr>
              <a:t> – Remote working status</a:t>
            </a:r>
          </a:p>
          <a:p>
            <a:r>
              <a:rPr lang="en-US" b="1" dirty="0">
                <a:solidFill>
                  <a:schemeClr val="tx1"/>
                </a:solidFill>
              </a:rPr>
              <a:t>Benefits</a:t>
            </a:r>
            <a:r>
              <a:rPr lang="en-US" dirty="0">
                <a:solidFill>
                  <a:schemeClr val="tx1"/>
                </a:solidFill>
              </a:rPr>
              <a:t> – Availability of mental health benefits</a:t>
            </a:r>
          </a:p>
          <a:p>
            <a:r>
              <a:rPr lang="en-US" b="1" dirty="0">
                <a:solidFill>
                  <a:schemeClr val="tx1"/>
                </a:solidFill>
              </a:rPr>
              <a:t>Care options</a:t>
            </a:r>
            <a:r>
              <a:rPr lang="en-US" dirty="0">
                <a:solidFill>
                  <a:schemeClr val="tx1"/>
                </a:solidFill>
              </a:rPr>
              <a:t> – Awareness of mental health care options</a:t>
            </a:r>
          </a:p>
          <a:p>
            <a:r>
              <a:rPr lang="en-US" b="1" dirty="0">
                <a:solidFill>
                  <a:schemeClr val="tx1"/>
                </a:solidFill>
              </a:rPr>
              <a:t>Wellness programs</a:t>
            </a:r>
            <a:r>
              <a:rPr lang="en-US" dirty="0">
                <a:solidFill>
                  <a:schemeClr val="tx1"/>
                </a:solidFill>
              </a:rPr>
              <a:t> – Employer-led wellness initiatives</a:t>
            </a:r>
          </a:p>
          <a:p>
            <a:pPr marL="11430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These variables provide insight into organizational support structures.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>
            <a:spLocks noGrp="1"/>
          </p:cNvSpPr>
          <p:nvPr>
            <p:ph type="title"/>
          </p:nvPr>
        </p:nvSpPr>
        <p:spPr>
          <a:xfrm>
            <a:off x="311700" y="216000"/>
            <a:ext cx="8520600" cy="801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Dataset Features (Part 3)</a:t>
            </a:r>
            <a:endParaRPr sz="3600" dirty="0"/>
          </a:p>
        </p:txBody>
      </p:sp>
      <p:sp>
        <p:nvSpPr>
          <p:cNvPr id="93" name="Google Shape;93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75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11430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The dataset also captures employee attitudes and workplace culture:</a:t>
            </a:r>
          </a:p>
          <a:p>
            <a:endParaRPr lang="en-US" sz="1900" b="1" dirty="0">
              <a:solidFill>
                <a:schemeClr val="tx1"/>
              </a:solidFill>
            </a:endParaRPr>
          </a:p>
          <a:p>
            <a:r>
              <a:rPr lang="en-US" sz="1900" b="1" dirty="0">
                <a:solidFill>
                  <a:schemeClr val="tx1"/>
                </a:solidFill>
              </a:rPr>
              <a:t>Seek help</a:t>
            </a:r>
            <a:r>
              <a:rPr lang="en-US" sz="1900" dirty="0">
                <a:solidFill>
                  <a:schemeClr val="tx1"/>
                </a:solidFill>
              </a:rPr>
              <a:t> – Availability of mental health resources</a:t>
            </a:r>
          </a:p>
          <a:p>
            <a:r>
              <a:rPr lang="en-US" sz="1900" b="1" dirty="0">
                <a:solidFill>
                  <a:schemeClr val="tx1"/>
                </a:solidFill>
              </a:rPr>
              <a:t>Anonymity</a:t>
            </a:r>
            <a:r>
              <a:rPr lang="en-US" sz="1900" dirty="0">
                <a:solidFill>
                  <a:schemeClr val="tx1"/>
                </a:solidFill>
              </a:rPr>
              <a:t> – Protection of employee identity</a:t>
            </a:r>
          </a:p>
          <a:p>
            <a:r>
              <a:rPr lang="en-US" sz="1900" b="1" dirty="0">
                <a:solidFill>
                  <a:schemeClr val="tx1"/>
                </a:solidFill>
              </a:rPr>
              <a:t>Medical leave</a:t>
            </a:r>
            <a:r>
              <a:rPr lang="en-US" sz="1900" dirty="0">
                <a:solidFill>
                  <a:schemeClr val="tx1"/>
                </a:solidFill>
              </a:rPr>
              <a:t> – Ease of taking mental health leave</a:t>
            </a:r>
          </a:p>
          <a:p>
            <a:r>
              <a:rPr lang="en-US" sz="1900" b="1" dirty="0">
                <a:solidFill>
                  <a:schemeClr val="tx1"/>
                </a:solidFill>
              </a:rPr>
              <a:t>Mental health consequences</a:t>
            </a:r>
            <a:r>
              <a:rPr lang="en-US" sz="1900" dirty="0">
                <a:solidFill>
                  <a:schemeClr val="tx1"/>
                </a:solidFill>
              </a:rPr>
              <a:t> – Fear of negative outcomes</a:t>
            </a:r>
          </a:p>
          <a:p>
            <a:r>
              <a:rPr lang="en-US" sz="1900" b="1" dirty="0">
                <a:solidFill>
                  <a:schemeClr val="tx1"/>
                </a:solidFill>
              </a:rPr>
              <a:t>Coworker &amp; supervisor support</a:t>
            </a:r>
            <a:r>
              <a:rPr lang="en-US" sz="1900" dirty="0">
                <a:solidFill>
                  <a:schemeClr val="tx1"/>
                </a:solidFill>
              </a:rPr>
              <a:t> – Willingness to discuss issues</a:t>
            </a:r>
          </a:p>
          <a:p>
            <a:r>
              <a:rPr lang="en-US" sz="1900" b="1" dirty="0">
                <a:solidFill>
                  <a:schemeClr val="tx1"/>
                </a:solidFill>
              </a:rPr>
              <a:t>Observed consequences</a:t>
            </a:r>
            <a:r>
              <a:rPr lang="en-US" sz="1900" dirty="0">
                <a:solidFill>
                  <a:schemeClr val="tx1"/>
                </a:solidFill>
              </a:rPr>
              <a:t> – Witnessed negative workplace behavior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US" sz="1600" dirty="0"/>
          </a:p>
          <a:p>
            <a:pPr marL="0" lvl="0" indent="0">
              <a:spcAft>
                <a:spcPts val="1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Together, these features capture demographics, workplace policies, and employee attitudes toward mental health.</a:t>
            </a:r>
            <a:endParaRPr sz="19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>
            <a:spLocks noGrp="1"/>
          </p:cNvSpPr>
          <p:nvPr>
            <p:ph type="title"/>
          </p:nvPr>
        </p:nvSpPr>
        <p:spPr>
          <a:xfrm>
            <a:off x="311700" y="244800"/>
            <a:ext cx="8520600" cy="7729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Objective of the Analysis</a:t>
            </a:r>
            <a:endParaRPr sz="3600" dirty="0"/>
          </a:p>
        </p:txBody>
      </p:sp>
      <p:sp>
        <p:nvSpPr>
          <p:cNvPr id="99" name="Google Shape;99;p20"/>
          <p:cNvSpPr txBox="1">
            <a:spLocks noGrp="1"/>
          </p:cNvSpPr>
          <p:nvPr>
            <p:ph type="body" idx="1"/>
          </p:nvPr>
        </p:nvSpPr>
        <p:spPr>
          <a:xfrm>
            <a:off x="311700" y="12532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The main objectives of this exploratory data analysis are: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To understand the </a:t>
            </a:r>
            <a:r>
              <a:rPr lang="en-US" sz="2000" b="1" dirty="0">
                <a:solidFill>
                  <a:schemeClr val="tx1"/>
                </a:solidFill>
              </a:rPr>
              <a:t>prevalence of mental health issues</a:t>
            </a:r>
            <a:r>
              <a:rPr lang="en-US" sz="2000" dirty="0">
                <a:solidFill>
                  <a:schemeClr val="tx1"/>
                </a:solidFill>
              </a:rPr>
              <a:t> in the tech industry</a:t>
            </a:r>
          </a:p>
          <a:p>
            <a:r>
              <a:rPr lang="en-US" sz="2000" dirty="0">
                <a:solidFill>
                  <a:schemeClr val="tx1"/>
                </a:solidFill>
              </a:rPr>
              <a:t>To analyze </a:t>
            </a:r>
            <a:r>
              <a:rPr lang="en-US" sz="2000" b="1" dirty="0">
                <a:solidFill>
                  <a:schemeClr val="tx1"/>
                </a:solidFill>
              </a:rPr>
              <a:t>employee attitudes</a:t>
            </a:r>
            <a:r>
              <a:rPr lang="en-US" sz="2000" dirty="0">
                <a:solidFill>
                  <a:schemeClr val="tx1"/>
                </a:solidFill>
              </a:rPr>
              <a:t> toward mental health discussions</a:t>
            </a:r>
          </a:p>
          <a:p>
            <a:r>
              <a:rPr lang="en-US" sz="2000" dirty="0">
                <a:solidFill>
                  <a:schemeClr val="tx1"/>
                </a:solidFill>
              </a:rPr>
              <a:t>To evaluate </a:t>
            </a:r>
            <a:r>
              <a:rPr lang="en-US" sz="2000" b="1" dirty="0">
                <a:solidFill>
                  <a:schemeClr val="tx1"/>
                </a:solidFill>
              </a:rPr>
              <a:t>employer support systems and policies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To identify factors that influence </a:t>
            </a:r>
            <a:r>
              <a:rPr lang="en-US" sz="2000" b="1" dirty="0">
                <a:solidFill>
                  <a:schemeClr val="tx1"/>
                </a:solidFill>
              </a:rPr>
              <a:t>treatment-seeking behavior</a:t>
            </a:r>
            <a:endParaRPr lang="en-US" sz="2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>
            <a:spLocks noGrp="1"/>
          </p:cNvSpPr>
          <p:nvPr>
            <p:ph type="title"/>
          </p:nvPr>
        </p:nvSpPr>
        <p:spPr>
          <a:xfrm>
            <a:off x="311700" y="288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Data Cleaning &amp; Preprocessing</a:t>
            </a:r>
            <a:endParaRPr sz="3600" dirty="0"/>
          </a:p>
        </p:txBody>
      </p:sp>
      <p:sp>
        <p:nvSpPr>
          <p:cNvPr id="105" name="Google Shape;105;p21"/>
          <p:cNvSpPr txBox="1">
            <a:spLocks noGrp="1"/>
          </p:cNvSpPr>
          <p:nvPr>
            <p:ph type="body" idx="1"/>
          </p:nvPr>
        </p:nvSpPr>
        <p:spPr>
          <a:xfrm>
            <a:off x="311700" y="12100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Before analysis, the dataset was cleaned and prepared to ensure accuracy and consistency.</a:t>
            </a:r>
          </a:p>
          <a:p>
            <a:pPr marL="114300" indent="0">
              <a:buNone/>
            </a:pPr>
            <a:endParaRPr lang="en-US" sz="2000" b="1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Steps performed: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Removed invalid and extreme age values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Standardized gender labels into meaningful categories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Handled missing values logically instead of random imputation</a:t>
            </a:r>
          </a:p>
          <a:p>
            <a:r>
              <a:rPr lang="en-US" sz="2000" dirty="0">
                <a:solidFill>
                  <a:schemeClr val="tx1"/>
                </a:solidFill>
              </a:rPr>
              <a:t>Converted categorical responses into analyzable formats</a:t>
            </a:r>
          </a:p>
          <a:p>
            <a:pPr marL="1143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This ensured reliable insights during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>
            <a:spLocks noGrp="1"/>
          </p:cNvSpPr>
          <p:nvPr>
            <p:ph type="title"/>
          </p:nvPr>
        </p:nvSpPr>
        <p:spPr>
          <a:xfrm>
            <a:off x="311700" y="351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3600" dirty="0"/>
              <a:t>Exploratory Data Analysis (EDA)</a:t>
            </a:r>
            <a:endParaRPr sz="3600" dirty="0"/>
          </a:p>
        </p:txBody>
      </p:sp>
      <p:sp>
        <p:nvSpPr>
          <p:cNvPr id="111" name="Google Shape;111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EDA was conducted to uncover trends, patterns, and relationships within the data.</a:t>
            </a:r>
          </a:p>
          <a:p>
            <a:pPr marL="11430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Key techniques used: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Frequency distributions for categorical variables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Comparative analysis between mental health and workplace factors</a:t>
            </a:r>
          </a:p>
          <a:p>
            <a:r>
              <a:rPr lang="en-US" sz="2000" dirty="0">
                <a:solidFill>
                  <a:schemeClr val="tx1"/>
                </a:solidFill>
              </a:rPr>
              <a:t>Relationship analysis between treatment and employer support</a:t>
            </a:r>
          </a:p>
          <a:p>
            <a:pPr marL="11430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EDA helped in forming meaningful interpretations without assumptions.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EAC00-15F6-157D-E129-5EE860685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78250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Age Distribution of Respondents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FA481C-33A9-4814-1E5E-9296C3FBD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506" y="731375"/>
            <a:ext cx="5728988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93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64053-665A-DC58-FCA5-EDDD1B13D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Gender Distribution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90820-AEEB-2B4B-4E0A-4768A6744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699" y="572700"/>
            <a:ext cx="3822601" cy="402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507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89556-E744-112F-FE02-C7052F7C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699" y="-8057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Mental Health Treatment Seeking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FDC26-EAF5-7D26-34F8-F00D6999C9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611" y="750412"/>
            <a:ext cx="54387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199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431CA-0868-A5D4-8313-A907E468D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56225"/>
            <a:ext cx="8520600" cy="572700"/>
          </a:xfrm>
        </p:spPr>
        <p:txBody>
          <a:bodyPr>
            <a:noAutofit/>
          </a:bodyPr>
          <a:lstStyle/>
          <a:p>
            <a:r>
              <a:rPr lang="en-US" sz="3600" dirty="0"/>
              <a:t>Family History of Mental Illness</a:t>
            </a:r>
            <a:endParaRPr lang="en-IN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21B4DB-D9B9-4B45-A8A1-815ECDD0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612" y="685612"/>
            <a:ext cx="54387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251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2B34-D174-CB54-7C69-A39B407E5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00" y="-102175"/>
            <a:ext cx="8520600" cy="572700"/>
          </a:xfrm>
        </p:spPr>
        <p:txBody>
          <a:bodyPr>
            <a:noAutofit/>
          </a:bodyPr>
          <a:lstStyle/>
          <a:p>
            <a:r>
              <a:rPr lang="en-US" sz="3600" dirty="0"/>
              <a:t>Work Interference due to Mental Health</a:t>
            </a:r>
            <a:endParaRPr lang="en-IN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BE2B0C-DE06-1124-8F07-E3DA3D81C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012" y="604800"/>
            <a:ext cx="5438775" cy="45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073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4E1A-3C6E-4777-E408-E49836A39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00" y="-79200"/>
            <a:ext cx="8520600" cy="572700"/>
          </a:xfrm>
        </p:spPr>
        <p:txBody>
          <a:bodyPr>
            <a:noAutofit/>
          </a:bodyPr>
          <a:lstStyle/>
          <a:p>
            <a:r>
              <a:rPr lang="en-US" sz="3600" dirty="0"/>
              <a:t>Employer Support: Benefits &amp; Care Options</a:t>
            </a:r>
            <a:endParaRPr lang="en-IN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25C7AF-335E-6538-8394-0CE757AD9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12" y="621901"/>
            <a:ext cx="5438775" cy="452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186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9F202-5808-0F18-ADB0-AC523B404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Workplace Openness &amp; Anonymity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315BF-AD8A-FC72-096E-CEAFE1EB3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412" y="659100"/>
            <a:ext cx="54387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031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309C-73E9-BC1E-CE21-CB5F73F9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Career Consequences Perception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64D03B-240C-E1CF-DC4E-71126F74E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612" y="659100"/>
            <a:ext cx="543877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656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57178-039B-8E55-AC73-677BA93A4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00225"/>
            <a:ext cx="8520600" cy="572700"/>
          </a:xfrm>
        </p:spPr>
        <p:txBody>
          <a:bodyPr>
            <a:noAutofit/>
          </a:bodyPr>
          <a:lstStyle/>
          <a:p>
            <a:r>
              <a:rPr lang="en-US" sz="3600" dirty="0"/>
              <a:t>Key Findings: Mental Health Prevalence</a:t>
            </a:r>
            <a:endParaRPr lang="en-IN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9B00C-9224-61A4-62C9-B37D1EBA5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16475"/>
            <a:ext cx="8520600" cy="341640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A significant portion of respondents reported experiencing mental health issues</a:t>
            </a:r>
          </a:p>
          <a:p>
            <a:r>
              <a:rPr lang="en-US" sz="2400" dirty="0">
                <a:solidFill>
                  <a:schemeClr val="tx1"/>
                </a:solidFill>
              </a:rPr>
              <a:t>Many individuals have </a:t>
            </a:r>
            <a:r>
              <a:rPr lang="en-US" sz="2400" b="1" dirty="0">
                <a:solidFill>
                  <a:schemeClr val="tx1"/>
                </a:solidFill>
              </a:rPr>
              <a:t>sought treatment</a:t>
            </a:r>
            <a:r>
              <a:rPr lang="en-US" sz="2400" dirty="0">
                <a:solidFill>
                  <a:schemeClr val="tx1"/>
                </a:solidFill>
              </a:rPr>
              <a:t>, indicating rising awareness</a:t>
            </a:r>
          </a:p>
          <a:p>
            <a:r>
              <a:rPr lang="en-US" sz="2400" dirty="0">
                <a:solidFill>
                  <a:schemeClr val="tx1"/>
                </a:solidFill>
              </a:rPr>
              <a:t>Respondents with a </a:t>
            </a:r>
            <a:r>
              <a:rPr lang="en-US" sz="2400" b="1" dirty="0">
                <a:solidFill>
                  <a:schemeClr val="tx1"/>
                </a:solidFill>
              </a:rPr>
              <a:t>family history of mental illness</a:t>
            </a:r>
            <a:r>
              <a:rPr lang="en-US" sz="2400" dirty="0">
                <a:solidFill>
                  <a:schemeClr val="tx1"/>
                </a:solidFill>
              </a:rPr>
              <a:t> were more likely to seek help</a:t>
            </a:r>
          </a:p>
          <a:p>
            <a:pPr marL="11430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This highlights the widespread nature of mental health challenges in tech.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41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4709-3AF2-5277-479C-C9BAAA710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827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Key Findings: Workplace Impact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1C334-D4BE-11A7-B9CE-82E0B0BAE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tx1"/>
                </a:solidFill>
              </a:rPr>
              <a:t>Many respondents reported that mental health </a:t>
            </a:r>
            <a:r>
              <a:rPr lang="en-US" sz="2000" b="1" dirty="0">
                <a:solidFill>
                  <a:schemeClr val="tx1"/>
                </a:solidFill>
              </a:rPr>
              <a:t>interferes with their work performance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Employees often hesitate to discuss mental health due to fear of negative consequences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Mental health concerns are still treated less openly than physical health issues</a:t>
            </a:r>
          </a:p>
          <a:p>
            <a:pPr marL="11430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Workplace culture plays a major role in employee well-being.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56294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4023-5CE7-FD36-C79E-524769800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8275"/>
            <a:ext cx="8520600" cy="572700"/>
          </a:xfrm>
        </p:spPr>
        <p:txBody>
          <a:bodyPr>
            <a:noAutofit/>
          </a:bodyPr>
          <a:lstStyle/>
          <a:p>
            <a:r>
              <a:rPr lang="en-IN" sz="3200" dirty="0"/>
              <a:t>Employer Support &amp; Benefits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5595F-5E65-67B8-8DA3-66068B0D0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16475"/>
            <a:ext cx="8520600" cy="341640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A large number of organizations </a:t>
            </a:r>
            <a:r>
              <a:rPr lang="en-US" sz="2400" b="1" dirty="0">
                <a:solidFill>
                  <a:schemeClr val="tx1"/>
                </a:solidFill>
              </a:rPr>
              <a:t>do not provide mental health benefits</a:t>
            </a:r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>
                <a:solidFill>
                  <a:schemeClr val="tx1"/>
                </a:solidFill>
              </a:rPr>
              <a:t>Even when benefits exist, employees are often </a:t>
            </a:r>
            <a:r>
              <a:rPr lang="en-US" sz="2400" b="1" dirty="0">
                <a:solidFill>
                  <a:schemeClr val="tx1"/>
                </a:solidFill>
              </a:rPr>
              <a:t>unaware of care options</a:t>
            </a:r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>
                <a:solidFill>
                  <a:schemeClr val="tx1"/>
                </a:solidFill>
              </a:rPr>
              <a:t>Wellness programs and mental health discussions are not consistently implemented</a:t>
            </a:r>
          </a:p>
          <a:p>
            <a:pPr marL="11430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This shows a gap between policy availability and employee awareness.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6060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BECEF-978E-B843-318D-9073FF664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307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Anonymity &amp; Openness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5613DE-2DBD-7E5B-C1CB-5DCA0FCFF3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Employees are more willing to seek help when </a:t>
            </a:r>
            <a:r>
              <a:rPr lang="en-US" sz="2400" b="1" dirty="0">
                <a:solidFill>
                  <a:schemeClr val="tx1"/>
                </a:solidFill>
              </a:rPr>
              <a:t>anonymity is protected</a:t>
            </a:r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>
                <a:solidFill>
                  <a:schemeClr val="tx1"/>
                </a:solidFill>
              </a:rPr>
              <a:t>Fear of judgment or career impact discourages open discussions</a:t>
            </a:r>
          </a:p>
          <a:p>
            <a:r>
              <a:rPr lang="en-US" sz="2400" dirty="0">
                <a:solidFill>
                  <a:schemeClr val="tx1"/>
                </a:solidFill>
              </a:rPr>
              <a:t>Supportive managers and coworkers increase mental health disclosure</a:t>
            </a:r>
          </a:p>
          <a:p>
            <a:pPr marL="11430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Psychological safety is crucial for a healthy workplace environment.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8045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C37D8-6B55-67DC-62F1-0845BF0DB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827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Mental vs Physical Health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C372B-811A-58A3-3857-9AA3504CF1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Many respondents feel that </a:t>
            </a:r>
            <a:r>
              <a:rPr lang="en-US" sz="2400" b="1" dirty="0">
                <a:solidFill>
                  <a:schemeClr val="tx1"/>
                </a:solidFill>
              </a:rPr>
              <a:t>mental health is not treated as seriously as physical health</a:t>
            </a:r>
            <a:endParaRPr lang="en-US" sz="2400" dirty="0">
              <a:solidFill>
                <a:schemeClr val="tx1"/>
              </a:solidFill>
            </a:endParaRPr>
          </a:p>
          <a:p>
            <a:r>
              <a:rPr lang="en-US" sz="2400" dirty="0">
                <a:solidFill>
                  <a:schemeClr val="tx1"/>
                </a:solidFill>
              </a:rPr>
              <a:t>Physical health issues are more acceptable to discuss at work</a:t>
            </a:r>
          </a:p>
          <a:p>
            <a:r>
              <a:rPr lang="en-US" sz="2400" dirty="0">
                <a:solidFill>
                  <a:schemeClr val="tx1"/>
                </a:solidFill>
              </a:rPr>
              <a:t>Mental health stigma still exists despite growing awareness</a:t>
            </a:r>
          </a:p>
          <a:p>
            <a:pPr marL="11430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Equal treatment of mental and physical health remains a challenge.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3099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78FDA-806D-356A-8005-624AC0D79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827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Key Insights Summary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C04D7-0083-4C74-F0AF-DDD23CFCA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tx1"/>
                </a:solidFill>
              </a:rPr>
              <a:t>Mental health issues are common in the tech industry</a:t>
            </a:r>
          </a:p>
          <a:p>
            <a:r>
              <a:rPr lang="en-US" sz="2400" dirty="0">
                <a:solidFill>
                  <a:schemeClr val="tx1"/>
                </a:solidFill>
              </a:rPr>
              <a:t>Family history and workplace culture influence treatment-seeking</a:t>
            </a:r>
          </a:p>
          <a:p>
            <a:r>
              <a:rPr lang="en-US" sz="2400" dirty="0">
                <a:solidFill>
                  <a:schemeClr val="tx1"/>
                </a:solidFill>
              </a:rPr>
              <a:t>Lack of awareness and stigma reduce effective support</a:t>
            </a:r>
          </a:p>
          <a:p>
            <a:r>
              <a:rPr lang="en-US" sz="2400" dirty="0">
                <a:solidFill>
                  <a:schemeClr val="tx1"/>
                </a:solidFill>
              </a:rPr>
              <a:t>Employer policies alone are insufficient without openness and trust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0487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9A5C2-12D3-0792-B429-D32B2C22B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862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AD30D-B147-9667-6040-DBD71BA03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This exploratory analysis highlights that while awareness of mental health in the tech industry has improved, significant gaps still exist in workplace support, communication, and stigma reduction.</a:t>
            </a:r>
          </a:p>
          <a:p>
            <a:r>
              <a:rPr lang="en-US" sz="2400" dirty="0">
                <a:solidFill>
                  <a:schemeClr val="tx1"/>
                </a:solidFill>
              </a:rPr>
              <a:t>Organizations must move beyond policies and actively foster open conversations, ensure anonymity, and educate employees about available mental health resources.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9598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4962C-F20D-6FF2-B2A7-33207E6F3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307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Future 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69FDD-7E73-57D0-088D-14428E7A2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tx1"/>
                </a:solidFill>
              </a:rPr>
              <a:t>Future improvements to this project could include:</a:t>
            </a:r>
          </a:p>
          <a:p>
            <a:r>
              <a:rPr lang="en-US" sz="2400" dirty="0">
                <a:solidFill>
                  <a:schemeClr val="tx1"/>
                </a:solidFill>
              </a:rPr>
              <a:t>Analysis of more recent survey data</a:t>
            </a:r>
          </a:p>
          <a:p>
            <a:r>
              <a:rPr lang="en-US" sz="2400" dirty="0">
                <a:solidFill>
                  <a:schemeClr val="tx1"/>
                </a:solidFill>
              </a:rPr>
              <a:t>Predictive modeling to identify high-risk groups</a:t>
            </a:r>
          </a:p>
          <a:p>
            <a:r>
              <a:rPr lang="en-US" sz="2400" dirty="0">
                <a:solidFill>
                  <a:schemeClr val="tx1"/>
                </a:solidFill>
              </a:rPr>
              <a:t>Deeper geographic and role-based analysis</a:t>
            </a:r>
          </a:p>
          <a:p>
            <a:pPr marL="11430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Correlation analysis between company size and mental health support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6751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6801-63EE-158F-0E37-811F9F1E1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94625"/>
            <a:ext cx="8520600" cy="572700"/>
          </a:xfrm>
        </p:spPr>
        <p:txBody>
          <a:bodyPr>
            <a:noAutofit/>
          </a:bodyPr>
          <a:lstStyle/>
          <a:p>
            <a:r>
              <a:rPr lang="en-IN" sz="3600" dirty="0"/>
              <a:t>Project Outcome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AA62-C530-0D06-C233-E7CFFA614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This project demonstrates the use of </a:t>
            </a:r>
            <a:r>
              <a:rPr lang="en-US" sz="2400" b="1" dirty="0">
                <a:solidFill>
                  <a:schemeClr val="tx1"/>
                </a:solidFill>
              </a:rPr>
              <a:t>Exploratory Data Analysis</a:t>
            </a:r>
            <a:r>
              <a:rPr lang="en-US" sz="2400" dirty="0">
                <a:solidFill>
                  <a:schemeClr val="tx1"/>
                </a:solidFill>
              </a:rPr>
              <a:t> to derive meaningful insights from real-world survey data.</a:t>
            </a:r>
          </a:p>
          <a:p>
            <a:pPr marL="114300" indent="0">
              <a:buNone/>
            </a:pPr>
            <a:endParaRPr lang="en-US" sz="24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It showcases:</a:t>
            </a:r>
          </a:p>
          <a:p>
            <a:r>
              <a:rPr lang="en-US" sz="2400" dirty="0">
                <a:solidFill>
                  <a:schemeClr val="tx1"/>
                </a:solidFill>
              </a:rPr>
              <a:t>Data cleaning skills</a:t>
            </a:r>
          </a:p>
          <a:p>
            <a:r>
              <a:rPr lang="en-US" sz="2400" dirty="0">
                <a:solidFill>
                  <a:schemeClr val="tx1"/>
                </a:solidFill>
              </a:rPr>
              <a:t>Analytical thinking</a:t>
            </a:r>
          </a:p>
          <a:p>
            <a:r>
              <a:rPr lang="en-US" sz="2400" dirty="0">
                <a:solidFill>
                  <a:schemeClr val="tx1"/>
                </a:solidFill>
              </a:rPr>
              <a:t>Interpretation of human-centered data</a:t>
            </a:r>
          </a:p>
          <a:p>
            <a:r>
              <a:rPr lang="en-US" sz="2400" dirty="0">
                <a:solidFill>
                  <a:schemeClr val="tx1"/>
                </a:solidFill>
              </a:rPr>
              <a:t>Real-world problem understanding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922471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986</Words>
  <Application>Microsoft Office PowerPoint</Application>
  <PresentationFormat>On-screen Show (16:9)</PresentationFormat>
  <Paragraphs>134</Paragraphs>
  <Slides>26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8" baseType="lpstr">
      <vt:lpstr>Arial</vt:lpstr>
      <vt:lpstr>Simple Light</vt:lpstr>
      <vt:lpstr>Mental Health in Tech Survey Exploratory Data Analysis  Author: Anish Shrikrishna Wadatkar</vt:lpstr>
      <vt:lpstr>Introduction</vt:lpstr>
      <vt:lpstr>Dataset Overview</vt:lpstr>
      <vt:lpstr>Dataset Features (Part 1)</vt:lpstr>
      <vt:lpstr>Dataset Features (Part 2)</vt:lpstr>
      <vt:lpstr>Dataset Features (Part 3)</vt:lpstr>
      <vt:lpstr>Objective of the Analysis</vt:lpstr>
      <vt:lpstr>Data Cleaning &amp; Preprocessing</vt:lpstr>
      <vt:lpstr>Exploratory Data Analysis (EDA)</vt:lpstr>
      <vt:lpstr>Age Distribution of Respondents</vt:lpstr>
      <vt:lpstr>Gender Distribution</vt:lpstr>
      <vt:lpstr>Mental Health Treatment Seeking</vt:lpstr>
      <vt:lpstr>Family History of Mental Illness</vt:lpstr>
      <vt:lpstr>Work Interference due to Mental Health</vt:lpstr>
      <vt:lpstr>Employer Support: Benefits &amp; Care Options</vt:lpstr>
      <vt:lpstr>Workplace Openness &amp; Anonymity</vt:lpstr>
      <vt:lpstr>Career Consequences Perception</vt:lpstr>
      <vt:lpstr>Key Findings: Mental Health Prevalence</vt:lpstr>
      <vt:lpstr>Key Findings: Workplace Impact</vt:lpstr>
      <vt:lpstr>Employer Support &amp; Benefits</vt:lpstr>
      <vt:lpstr>Anonymity &amp; Openness</vt:lpstr>
      <vt:lpstr>Mental vs Physical Health</vt:lpstr>
      <vt:lpstr>Key Insights Summary</vt:lpstr>
      <vt:lpstr>Conclusion</vt:lpstr>
      <vt:lpstr>Future Scope</vt:lpstr>
      <vt:lpstr>Project Outcome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Anish Wadatkar</dc:creator>
  <cp:lastModifiedBy>Anish Wadatkar</cp:lastModifiedBy>
  <cp:revision>1</cp:revision>
  <dcterms:modified xsi:type="dcterms:W3CDTF">2025-12-30T12:20:21Z</dcterms:modified>
</cp:coreProperties>
</file>